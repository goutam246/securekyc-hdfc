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0226" y="1733550"/>
            <a:ext cx="5863547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Secure KYC Platform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329664" y="2571750"/>
            <a:ext cx="448455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Digital Onboarding &amp; Document Verification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13807" y="3196590"/>
            <a:ext cx="3316386" cy="21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 Your Customer Solution • React + Node.js</a:t>
            </a:r>
            <a:endParaRPr lang="en-US" sz="1200" dirty="0"/>
          </a:p>
        </p:txBody>
      </p:sp>
      <p:sp>
        <p:nvSpPr>
          <p:cNvPr id="5" name="Rectangles 4"/>
          <p:cNvSpPr/>
          <p:nvPr/>
        </p:nvSpPr>
        <p:spPr>
          <a:xfrm>
            <a:off x="6663055" y="4223385"/>
            <a:ext cx="2327275" cy="687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IN" altLang="en-US" sz="1000">
                <a:solidFill>
                  <a:schemeClr val="bg1">
                    <a:alpha val="49000"/>
                  </a:schemeClr>
                </a:solidFill>
              </a:rPr>
              <a:t>Submited by-</a:t>
            </a:r>
            <a:br>
              <a:rPr lang="en-IN" altLang="en-US" sz="1000">
                <a:solidFill>
                  <a:schemeClr val="bg1">
                    <a:alpha val="49000"/>
                  </a:schemeClr>
                </a:solidFill>
              </a:rPr>
            </a:br>
            <a:r>
              <a:rPr lang="en-IN" altLang="en-US" sz="1000">
                <a:solidFill>
                  <a:schemeClr val="bg1">
                    <a:alpha val="49000"/>
                  </a:schemeClr>
                </a:solidFill>
              </a:rPr>
              <a:t>Name - Goutam Jyoti Dutta</a:t>
            </a:r>
            <a:endParaRPr lang="en-IN" altLang="en-US" sz="1000">
              <a:solidFill>
                <a:schemeClr val="bg1">
                  <a:alpha val="49000"/>
                </a:schemeClr>
              </a:solidFill>
            </a:endParaRPr>
          </a:p>
          <a:p>
            <a:pPr algn="l"/>
            <a:r>
              <a:rPr lang="en-IN" altLang="en-US" sz="1000">
                <a:solidFill>
                  <a:schemeClr val="bg1">
                    <a:alpha val="49000"/>
                  </a:schemeClr>
                </a:solidFill>
              </a:rPr>
              <a:t>Institute - Assam Down Town Universty</a:t>
            </a:r>
            <a:endParaRPr lang="en-IN" altLang="en-US" sz="1000">
              <a:solidFill>
                <a:schemeClr val="bg1">
                  <a:alpha val="49000"/>
                </a:schemeClr>
              </a:solidFill>
            </a:endParaRPr>
          </a:p>
          <a:p>
            <a:pPr algn="l"/>
            <a:r>
              <a:rPr lang="en-IN" altLang="en-US" sz="1000">
                <a:solidFill>
                  <a:schemeClr val="bg1">
                    <a:alpha val="49000"/>
                  </a:schemeClr>
                </a:solidFill>
              </a:rPr>
              <a:t>Program Roll No. - DT.27</a:t>
            </a:r>
            <a:endParaRPr lang="en-IN" altLang="en-US" sz="1000">
              <a:solidFill>
                <a:schemeClr val="bg1">
                  <a:alpha val="49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 digital KYC platform for secure customer onboarding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 for multiple document types (Aadhaar, PAN, Passport, Voter ID)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camera capture for real-time selfie verification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Quality validation and attempt limiting per document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Responsive design for seamless mobile experience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818604" y="1278891"/>
            <a:ext cx="5878719" cy="960944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818604" y="2409414"/>
            <a:ext cx="5878719" cy="960944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18604" y="3539937"/>
            <a:ext cx="5878719" cy="960944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72745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 Stack</a:t>
            </a:r>
            <a:endParaRPr lang="en-US" sz="27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1044709" y="1504996"/>
            <a:ext cx="5535040" cy="2374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</a:t>
            </a:r>
            <a:endParaRPr lang="en-US" sz="21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44709" y="1855457"/>
            <a:ext cx="5535040" cy="158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18 • TypeScript • Vite</a:t>
            </a:r>
            <a:endParaRPr lang="en-US" sz="12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1044709" y="2635518"/>
            <a:ext cx="5535040" cy="2374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Styling</a:t>
            </a:r>
            <a:endParaRPr lang="en-US" sz="21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1044709" y="2985980"/>
            <a:ext cx="5535040" cy="158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Tailwind CSS • shadcn/ui • Framer Motion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44709" y="3766041"/>
            <a:ext cx="5535040" cy="2374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Features</a:t>
            </a:r>
            <a:endParaRPr lang="en-US" sz="21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1044709" y="4116503"/>
            <a:ext cx="5535040" cy="158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Router • Custom Contexts • Camera API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883898" y="1047751"/>
            <a:ext cx="6748824" cy="1103173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883898" y="2345602"/>
            <a:ext cx="6748824" cy="1103173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83898" y="3643452"/>
            <a:ext cx="6748824" cy="1103173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5052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Backend Stack</a:t>
            </a:r>
            <a:endParaRPr lang="en-US" sz="27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1143468" y="1307321"/>
            <a:ext cx="6354278" cy="2725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Server</a:t>
            </a:r>
            <a:endParaRPr lang="en-US" sz="21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143468" y="1709654"/>
            <a:ext cx="6354278" cy="1816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Node.js • Express • CORS Setup</a:t>
            </a:r>
            <a:endParaRPr lang="en-US" sz="12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1143468" y="2605172"/>
            <a:ext cx="6354278" cy="2725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Database</a:t>
            </a:r>
            <a:endParaRPr lang="en-US" sz="21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1143468" y="3007505"/>
            <a:ext cx="6354278" cy="1816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SQLite3 • Auto-initialization • Persistence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143468" y="3903022"/>
            <a:ext cx="6354278" cy="2725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File Handling</a:t>
            </a:r>
            <a:endParaRPr lang="en-US" sz="21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1143468" y="4305356"/>
            <a:ext cx="6354278" cy="1816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Multer • bcryptjs • UUID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KYC Process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165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Register/Login with secure authentication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 details form with mandatory Aadhaar &amp; PAN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 upload with quality validation and limits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Photo or live selfie capture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Submit for verification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form validation with error handling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camera capture via getUserMedia API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 scanning with quality detection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Attempt limiting per document (max 3 attempts)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Progress tracking with step indicators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947186" y="1257300"/>
            <a:ext cx="6392568" cy="1462915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947186" y="2904616"/>
            <a:ext cx="6392568" cy="1462915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Supported Documents</a:t>
            </a:r>
            <a:endParaRPr lang="en-US" sz="27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193054" y="1503168"/>
            <a:ext cx="6018849" cy="258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Mandatory</a:t>
            </a:r>
            <a:endParaRPr lang="en-US" sz="21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1315988" y="1884263"/>
            <a:ext cx="5777898" cy="5900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Aadhaar Card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PAN Card</a:t>
            </a:r>
            <a:endParaRPr lang="en-US" sz="135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193054" y="3150484"/>
            <a:ext cx="6018849" cy="258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Optional</a:t>
            </a:r>
            <a:endParaRPr lang="en-US" sz="21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1315988" y="3531579"/>
            <a:ext cx="5777898" cy="5900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Passport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Voter ID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Routes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Comprehensive REST endpoints for all KYC operations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1"/>
            <a:ext cx="7620000" cy="1154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SzPct val="100000"/>
              <a:buNone/>
            </a:pPr>
            <a:r>
              <a:rPr lang="en-US" sz="135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Register, Login, Get User</a:t>
            </a:r>
            <a:endParaRPr lang="en-US" sz="1350" dirty="0"/>
          </a:p>
          <a:p>
            <a:pPr marL="0" indent="0">
              <a:lnSpc>
                <a:spcPts val="2430"/>
              </a:lnSpc>
              <a:buSzPct val="100000"/>
              <a:buNone/>
            </a:pPr>
            <a:r>
              <a:rPr lang="en-US" sz="135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KYC: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Personal Details, Step Updates, Submit</a:t>
            </a:r>
            <a:endParaRPr lang="en-US" sz="1350" dirty="0"/>
          </a:p>
          <a:p>
            <a:pPr marL="0" indent="0">
              <a:lnSpc>
                <a:spcPts val="2430"/>
              </a:lnSpc>
              <a:buSzPct val="100000"/>
              <a:buNone/>
            </a:pPr>
            <a:r>
              <a:rPr lang="en-US" sz="135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Upload: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Documents, Photos, Selfies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Getting Started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setup with npm commands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57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npm install (frontend dependencies)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npm run server:install (backend dependencies)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npm run dev:all (start both servers)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Frontend: localhost:8080 • Backend: localhost:3001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Well-organized modular structure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154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SzPct val="100000"/>
              <a:buNone/>
            </a:pPr>
            <a:r>
              <a:rPr lang="en-US" sz="135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src/: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React components, contexts, pages, utilities</a:t>
            </a:r>
            <a:endParaRPr lang="en-US" sz="1350" dirty="0"/>
          </a:p>
          <a:p>
            <a:pPr marL="0" indent="0">
              <a:lnSpc>
                <a:spcPts val="2430"/>
              </a:lnSpc>
              <a:buSzPct val="100000"/>
              <a:buNone/>
            </a:pPr>
            <a:r>
              <a:rPr lang="en-US" sz="135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server/: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Express routes, database, upload handling</a:t>
            </a:r>
            <a:endParaRPr lang="en-US" sz="1350" dirty="0"/>
          </a:p>
          <a:p>
            <a:pPr marL="0" indent="0">
              <a:lnSpc>
                <a:spcPts val="2430"/>
              </a:lnSpc>
              <a:buSzPct val="100000"/>
              <a:buNone/>
            </a:pPr>
            <a:r>
              <a:rPr lang="en-US" sz="135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Types: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TypeScript definitions for type safety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Security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Password hashing with bcryptjs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CORS configuration for secure API access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File upload validation and limits (5MB max)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Unique identification with UUID generation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Attempt limiting to prevent abuse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 Highlights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Production-ready implementation with best practices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57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validation and user feedback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Auto-initialization of database on server start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Responsive design for all devices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Modular component architecture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Selfie Verification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Advanced live capture technology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57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Uses native navigator.mediaDevices API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Canvas frame capture for high quality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Graceful fallback to photo upload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Automatic track cleanup after capture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Persistence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Efficient SQLite-based storage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57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Auto-initialized database on startup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 records with metadata and status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authentication data with hashed passwords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Upload tracking with preview URLs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790700"/>
            <a:ext cx="249591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77876" y="2567941"/>
            <a:ext cx="4388249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Secure KYC Platform • Digital Onboarding Solution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78767" y="3139441"/>
            <a:ext cx="786348" cy="21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3.7,&quot;left&quot;:46.3,&quot;top&quot;:100.70007874015744,&quot;width&quot;:481.55}"/>
</p:tagLst>
</file>

<file path=ppt/tags/tag2.xml><?xml version="1.0" encoding="utf-8"?>
<p:tagLst xmlns:p="http://schemas.openxmlformats.org/presentationml/2006/main">
  <p:tag name="KSO_WM_DIAGRAM_VIRTUALLY_FRAME" val="{&quot;height&quot;:253.7,&quot;left&quot;:46.3,&quot;top&quot;:100.70007874015744,&quot;width&quot;:481.55}"/>
</p:tagLst>
</file>

<file path=ppt/tags/tag3.xml><?xml version="1.0" encoding="utf-8"?>
<p:tagLst xmlns:p="http://schemas.openxmlformats.org/presentationml/2006/main">
  <p:tag name="KSO_WM_DIAGRAM_VIRTUALLY_FRAME" val="{&quot;height&quot;:253.7,&quot;left&quot;:46.3,&quot;top&quot;:100.70007874015744,&quot;width&quot;:481.55}"/>
</p:tagLst>
</file>

<file path=ppt/tags/tag4.xml><?xml version="1.0" encoding="utf-8"?>
<p:tagLst xmlns:p="http://schemas.openxmlformats.org/presentationml/2006/main">
  <p:tag name="KSO_WM_DIAGRAM_VIRTUALLY_FRAME" val="{&quot;height&quot;:253.7,&quot;left&quot;:46.3,&quot;top&quot;:100.70007874015744,&quot;width&quot;:481.55}"/>
</p:tagLst>
</file>

<file path=ppt/tags/tag5.xml><?xml version="1.0" encoding="utf-8"?>
<p:tagLst xmlns:p="http://schemas.openxmlformats.org/presentationml/2006/main">
  <p:tag name="KSO_WM_DIAGRAM_VIRTUALLY_FRAME" val="{&quot;height&quot;:253.7,&quot;left&quot;:46.3,&quot;top&quot;:100.70007874015744,&quot;width&quot;:481.55}"/>
</p:tagLst>
</file>

<file path=ppt/tags/tag6.xml><?xml version="1.0" encoding="utf-8"?>
<p:tagLst xmlns:p="http://schemas.openxmlformats.org/presentationml/2006/main">
  <p:tag name="KSO_WM_DIAGRAM_VIRTUALLY_FRAME" val="{&quot;height&quot;:253.7,&quot;left&quot;:46.3,&quot;top&quot;:100.70007874015744,&quot;width&quot;:481.55}"/>
</p:tagLst>
</file>

<file path=ppt/tags/tag7.xml><?xml version="1.0" encoding="utf-8"?>
<p:tagLst xmlns:p="http://schemas.openxmlformats.org/presentationml/2006/main">
  <p:tag name="KSO_WM_DIAGRAM_VIRTUALLY_FRAME" val="{&quot;height&quot;:253.7,&quot;left&quot;:46.3,&quot;top&quot;:100.70007874015744,&quot;width&quot;:481.55}"/>
</p:tagLst>
</file>

<file path=ppt/tags/tag8.xml><?xml version="1.0" encoding="utf-8"?>
<p:tagLst xmlns:p="http://schemas.openxmlformats.org/presentationml/2006/main">
  <p:tag name="KSO_WM_DIAGRAM_VIRTUALLY_FRAME" val="{&quot;height&quot;:253.7,&quot;left&quot;:46.3,&quot;top&quot;:100.70007874015744,&quot;width&quot;:481.55}"/>
</p:tagLst>
</file>

<file path=ppt/tags/tag9.xml><?xml version="1.0" encoding="utf-8"?>
<p:tagLst xmlns:p="http://schemas.openxmlformats.org/presentationml/2006/main">
  <p:tag name="KSO_WM_DIAGRAM_VIRTUALLY_FRAME" val="{&quot;height&quot;:253.7,&quot;left&quot;:46.3,&quot;top&quot;:100.70007874015744,&quot;width&quot;:481.55}"/>
</p:tagLst>
</file>

<file path=ppt/tags/tag10.xml><?xml version="1.0" encoding="utf-8"?>
<p:tagLst xmlns:p="http://schemas.openxmlformats.org/presentationml/2006/main">
  <p:tag name="KSO_WM_DIAGRAM_VIRTUALLY_FRAME" val="{&quot;height&quot;:291.24992125984255,&quot;left&quot;:56,&quot;top&quot;:82.50007874015746,&quot;width&quot;:547.1}"/>
</p:tagLst>
</file>

<file path=ppt/tags/tag11.xml><?xml version="1.0" encoding="utf-8"?>
<p:tagLst xmlns:p="http://schemas.openxmlformats.org/presentationml/2006/main">
  <p:tag name="KSO_WM_DIAGRAM_VIRTUALLY_FRAME" val="{&quot;height&quot;:291.24992125984255,&quot;left&quot;:56,&quot;top&quot;:82.50007874015746,&quot;width&quot;:547.1}"/>
</p:tagLst>
</file>

<file path=ppt/tags/tag12.xml><?xml version="1.0" encoding="utf-8"?>
<p:tagLst xmlns:p="http://schemas.openxmlformats.org/presentationml/2006/main">
  <p:tag name="KSO_WM_DIAGRAM_VIRTUALLY_FRAME" val="{&quot;height&quot;:291.24992125984255,&quot;left&quot;:56,&quot;top&quot;:82.50007874015746,&quot;width&quot;:547.1}"/>
</p:tagLst>
</file>

<file path=ppt/tags/tag13.xml><?xml version="1.0" encoding="utf-8"?>
<p:tagLst xmlns:p="http://schemas.openxmlformats.org/presentationml/2006/main">
  <p:tag name="KSO_WM_DIAGRAM_VIRTUALLY_FRAME" val="{&quot;height&quot;:291.24992125984255,&quot;left&quot;:56,&quot;top&quot;:82.50007874015746,&quot;width&quot;:547.1}"/>
</p:tagLst>
</file>

<file path=ppt/tags/tag14.xml><?xml version="1.0" encoding="utf-8"?>
<p:tagLst xmlns:p="http://schemas.openxmlformats.org/presentationml/2006/main">
  <p:tag name="KSO_WM_DIAGRAM_VIRTUALLY_FRAME" val="{&quot;height&quot;:291.24992125984255,&quot;left&quot;:56,&quot;top&quot;:82.50007874015746,&quot;width&quot;:547.1}"/>
</p:tagLst>
</file>

<file path=ppt/tags/tag15.xml><?xml version="1.0" encoding="utf-8"?>
<p:tagLst xmlns:p="http://schemas.openxmlformats.org/presentationml/2006/main">
  <p:tag name="KSO_WM_DIAGRAM_VIRTUALLY_FRAME" val="{&quot;height&quot;:291.24992125984255,&quot;left&quot;:56,&quot;top&quot;:82.50007874015746,&quot;width&quot;:547.1}"/>
</p:tagLst>
</file>

<file path=ppt/tags/tag16.xml><?xml version="1.0" encoding="utf-8"?>
<p:tagLst xmlns:p="http://schemas.openxmlformats.org/presentationml/2006/main">
  <p:tag name="KSO_WM_DIAGRAM_VIRTUALLY_FRAME" val="{&quot;height&quot;:291.24992125984255,&quot;left&quot;:56,&quot;top&quot;:82.50007874015746,&quot;width&quot;:547.1}"/>
</p:tagLst>
</file>

<file path=ppt/tags/tag17.xml><?xml version="1.0" encoding="utf-8"?>
<p:tagLst xmlns:p="http://schemas.openxmlformats.org/presentationml/2006/main">
  <p:tag name="KSO_WM_DIAGRAM_VIRTUALLY_FRAME" val="{&quot;height&quot;:291.24992125984255,&quot;left&quot;:56,&quot;top&quot;:82.50007874015746,&quot;width&quot;:547.1}"/>
</p:tagLst>
</file>

<file path=ppt/tags/tag18.xml><?xml version="1.0" encoding="utf-8"?>
<p:tagLst xmlns:p="http://schemas.openxmlformats.org/presentationml/2006/main">
  <p:tag name="KSO_WM_DIAGRAM_VIRTUALLY_FRAME" val="{&quot;height&quot;:291.24992125984255,&quot;left&quot;:56,&quot;top&quot;:82.50007874015746,&quot;width&quot;:547.1}"/>
</p:tagLst>
</file>

<file path=ppt/tags/tag19.xml><?xml version="1.0" encoding="utf-8"?>
<p:tagLst xmlns:p="http://schemas.openxmlformats.org/presentationml/2006/main">
  <p:tag name="KSO_WM_DIAGRAM_VIRTUALLY_FRAME" val="{&quot;height&quot;:244.90007874015754,&quot;left&quot;:28.6,&quot;top&quot;:99,&quot;width&quot;:549.95}"/>
</p:tagLst>
</file>

<file path=ppt/tags/tag20.xml><?xml version="1.0" encoding="utf-8"?>
<p:tagLst xmlns:p="http://schemas.openxmlformats.org/presentationml/2006/main">
  <p:tag name="KSO_WM_DIAGRAM_VIRTUALLY_FRAME" val="{&quot;height&quot;:244.90007874015754,&quot;left&quot;:28.6,&quot;top&quot;:99,&quot;width&quot;:549.95}"/>
</p:tagLst>
</file>

<file path=ppt/tags/tag21.xml><?xml version="1.0" encoding="utf-8"?>
<p:tagLst xmlns:p="http://schemas.openxmlformats.org/presentationml/2006/main">
  <p:tag name="KSO_WM_DIAGRAM_VIRTUALLY_FRAME" val="{&quot;height&quot;:244.90007874015754,&quot;left&quot;:28.6,&quot;top&quot;:99,&quot;width&quot;:549.95}"/>
</p:tagLst>
</file>

<file path=ppt/tags/tag22.xml><?xml version="1.0" encoding="utf-8"?>
<p:tagLst xmlns:p="http://schemas.openxmlformats.org/presentationml/2006/main">
  <p:tag name="KSO_WM_DIAGRAM_VIRTUALLY_FRAME" val="{&quot;height&quot;:244.90007874015754,&quot;left&quot;:28.6,&quot;top&quot;:99,&quot;width&quot;:549.95}"/>
</p:tagLst>
</file>

<file path=ppt/tags/tag23.xml><?xml version="1.0" encoding="utf-8"?>
<p:tagLst xmlns:p="http://schemas.openxmlformats.org/presentationml/2006/main">
  <p:tag name="KSO_WM_DIAGRAM_VIRTUALLY_FRAME" val="{&quot;height&quot;:244.90007874015754,&quot;left&quot;:28.6,&quot;top&quot;:99,&quot;width&quot;:549.95}"/>
</p:tagLst>
</file>

<file path=ppt/tags/tag24.xml><?xml version="1.0" encoding="utf-8"?>
<p:tagLst xmlns:p="http://schemas.openxmlformats.org/presentationml/2006/main">
  <p:tag name="KSO_WM_DIAGRAM_VIRTUALLY_FRAME" val="{&quot;height&quot;:244.90007874015754,&quot;left&quot;:28.6,&quot;top&quot;:99,&quot;width&quot;:549.9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2756</Words>
  <Application>WPS Presentation</Application>
  <PresentationFormat>On-screen Show (16:9)</PresentationFormat>
  <Paragraphs>138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Perplexity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creator>Perplexity</dc:creator>
  <dc:subject>PptxGenJS Presentation</dc:subject>
  <cp:lastModifiedBy>Goutam Dutta</cp:lastModifiedBy>
  <cp:revision>2</cp:revision>
  <dcterms:created xsi:type="dcterms:W3CDTF">2025-12-10T15:42:00Z</dcterms:created>
  <dcterms:modified xsi:type="dcterms:W3CDTF">2025-12-10T15:51:14Z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36360BA9438A4A92BABBB47A3401064C_13</vt:lpwstr>
  </property>
  <property fmtid="{D5CDD505-2E9C-101B-9397-08002B2CF9AE}" pid="3" name="KSOProductBuildVer">
    <vt:lpwstr>1033-12.2.0.23155</vt:lpwstr>
  </property>
</Properties>
</file>